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5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21424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0"/>
            <a:ext cx="1490472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/tmp/pptx_gen/woman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960120"/>
            <a:ext cx="1783080" cy="4572000"/>
          </a:xfrm>
          <a:prstGeom prst="rect">
            <a:avLst/>
          </a:prstGeom>
        </p:spPr>
      </p:pic>
      <p:pic>
        <p:nvPicPr>
          <p:cNvPr id="6" name="Image 1" descr="/tmp/pptx_gen/man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4" y="960120"/>
            <a:ext cx="1783080" cy="4572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" y="32918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会社概要  |  企業理念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75488" y="777240"/>
            <a:ext cx="6126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世界に期待され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475488" y="1563624"/>
            <a:ext cx="4389120" cy="50292"/>
          </a:xfrm>
          <a:prstGeom prst="rect">
            <a:avLst/>
          </a:prstGeom>
          <a:solidFill>
            <a:srgbClr val="FF5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" y="1627632"/>
            <a:ext cx="6126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応援される企業であれ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475488" y="2615184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私たちうるるは、創業初期から心に描き続けた。「世界からありがとうを集めよう」という言葉が、私たちの出発点でした。</a:t>
            </a:r>
            <a:endParaRPr lang="en-US" sz="950" dirty="0"/>
          </a:p>
          <a:p>
            <a:pPr indent="0" marL="0">
              <a:lnSpc>
                <a:spcPct val="165000"/>
              </a:lnSpc>
              <a:buNone/>
            </a:pPr>
            <a:endParaRPr lang="en-US" sz="9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社員に聞いた。「あなたがいちばんやりたいことは何か」。世界に期待されるような仕事をしたい、世界から応援されるような会社でありたい、と誰もが言った。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429000" y="2615184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私たちは、存在価値を問い続け、所属の誇りを高めることに注力してきた。自分一人では辿り着けなかった境地に、みんなで一緒に到達することができた。</a:t>
            </a:r>
            <a:endParaRPr lang="en-US" sz="950" dirty="0"/>
          </a:p>
          <a:p>
            <a:pPr indent="0" marL="0">
              <a:lnSpc>
                <a:spcPct val="165000"/>
              </a:lnSpc>
              <a:buNone/>
            </a:pPr>
            <a:endParaRPr lang="en-US" sz="9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これからも——一人ひとりが、社会を変える主人公であり続ける。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310128" y="2651760"/>
            <a:ext cx="9144" cy="2926080"/>
          </a:xfrm>
          <a:prstGeom prst="rect">
            <a:avLst/>
          </a:prstGeom>
          <a:solidFill>
            <a:srgbClr val="DDDD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488" y="6236208"/>
            <a:ext cx="61264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" y="6373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@ULURU Inc.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0716768" y="50292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もの企業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0881360" y="914400"/>
            <a:ext cx="109728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716768" y="109728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2,800+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10716768" y="1627632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従業員数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10881360" y="2011680"/>
            <a:ext cx="109728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716768" y="274320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2001年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10716768" y="3273552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設立年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10881360" y="3657600"/>
            <a:ext cx="109728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716768" y="438912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10716768" y="4919472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社員満足度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2026-05-23T10:58:18Z</dcterms:created>
  <dcterms:modified xsi:type="dcterms:W3CDTF">2026-05-23T10:58:18Z</dcterms:modified>
</cp:coreProperties>
</file>